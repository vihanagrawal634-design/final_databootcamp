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Poppins"/>
      <p:regular r:id="rId13"/>
      <p:bold r:id="rId14"/>
      <p:italic r:id="rId15"/>
      <p:boldItalic r:id="rId16"/>
    </p:embeddedFont>
    <p:embeddedFont>
      <p:font typeface="Source Code Pro"/>
      <p:regular r:id="rId17"/>
      <p:bold r:id="rId18"/>
      <p:italic r:id="rId19"/>
      <p:boldItalic r:id="rId20"/>
    </p:embeddedFont>
    <p:embeddedFont>
      <p:font typeface="PT Sans"/>
      <p:regular r:id="rId21"/>
      <p:bold r:id="rId22"/>
      <p:italic r:id="rId23"/>
      <p:boldItalic r:id="rId24"/>
    </p:embeddedFont>
    <p:embeddedFont>
      <p:font typeface="IBM Plex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22" Type="http://schemas.openxmlformats.org/officeDocument/2006/relationships/font" Target="fonts/PTSans-bold.fntdata"/><Relationship Id="rId21" Type="http://schemas.openxmlformats.org/officeDocument/2006/relationships/font" Target="fonts/PTSans-regular.fntdata"/><Relationship Id="rId24" Type="http://schemas.openxmlformats.org/officeDocument/2006/relationships/font" Target="fonts/PTSans-boldItalic.fntdata"/><Relationship Id="rId23" Type="http://schemas.openxmlformats.org/officeDocument/2006/relationships/font" Target="fonts/PT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BMPlexMono-bold.fntdata"/><Relationship Id="rId25" Type="http://schemas.openxmlformats.org/officeDocument/2006/relationships/font" Target="fonts/IBMPlexMono-regular.fntdata"/><Relationship Id="rId28" Type="http://schemas.openxmlformats.org/officeDocument/2006/relationships/font" Target="fonts/IBMPlexMono-boldItalic.fntdata"/><Relationship Id="rId27" Type="http://schemas.openxmlformats.org/officeDocument/2006/relationships/font" Target="fonts/IBMPlexMon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oppins-regular.fntdata"/><Relationship Id="rId12" Type="http://schemas.openxmlformats.org/officeDocument/2006/relationships/slide" Target="slides/slide8.xml"/><Relationship Id="rId15" Type="http://schemas.openxmlformats.org/officeDocument/2006/relationships/font" Target="fonts/Poppins-italic.fntdata"/><Relationship Id="rId14" Type="http://schemas.openxmlformats.org/officeDocument/2006/relationships/font" Target="fonts/Poppins-bold.fntdata"/><Relationship Id="rId17" Type="http://schemas.openxmlformats.org/officeDocument/2006/relationships/font" Target="fonts/SourceCodePro-regular.fntdata"/><Relationship Id="rId16" Type="http://schemas.openxmlformats.org/officeDocument/2006/relationships/font" Target="fonts/Poppins-boldItalic.fntdata"/><Relationship Id="rId19" Type="http://schemas.openxmlformats.org/officeDocument/2006/relationships/font" Target="fonts/SourceCodePro-italic.fntdata"/><Relationship Id="rId18" Type="http://schemas.openxmlformats.org/officeDocument/2006/relationships/font" Target="fonts/SourceCodeP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d1bf8d60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d1bf8d60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24ef22aa1ac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24ef22aa1ac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3b1ca48ee1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3b1ca48ee1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b1ca48ee1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3b1ca48ee1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3b1ca48ee1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3b1ca48ee1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b1ca48ee1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3b1ca48ee1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b1ca48ee1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b1ca48ee1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b1ca48ee1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3b1ca48ee1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4" name="Google Shape;54;p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3"/>
          <p:cNvSpPr txBox="1"/>
          <p:nvPr>
            <p:ph hasCustomPrompt="1" idx="2" type="title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4"/>
          <p:cNvSpPr txBox="1"/>
          <p:nvPr>
            <p:ph idx="1" type="body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7" name="Google Shape;177;p5"/>
          <p:cNvSpPr txBox="1"/>
          <p:nvPr>
            <p:ph idx="2" type="subTitle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8" name="Google Shape;178;p5"/>
          <p:cNvSpPr txBox="1"/>
          <p:nvPr>
            <p:ph idx="3" type="subTitle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79" name="Google Shape;179;p5"/>
          <p:cNvSpPr txBox="1"/>
          <p:nvPr>
            <p:ph idx="4" type="subTitle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rect b="b" l="l" r="r" t="t"/>
                  <a:pathLst>
                    <a:path extrusionOk="0" h="44413" w="51285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rect b="b" l="l" r="r" t="t"/>
                    <a:pathLst>
                      <a:path extrusionOk="0" h="56267" w="23937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rect b="b" l="l" r="r" t="t"/>
                    <a:pathLst>
                      <a:path extrusionOk="0" h="35790" w="36171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rect b="b" l="l" r="r" t="t"/>
                      <a:pathLst>
                        <a:path extrusionOk="0" h="35337" w="36902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b="100%" l="0%" r="100%" t="0%"/>
                      </a:path>
                      <a:tileRect b="0%" l="-100%" r="0%" t="-100%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rect b="b" l="l" r="r" t="t"/>
                        <a:pathLst>
                          <a:path extrusionOk="0" h="27121" w="27121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anchorCtr="0" anchor="ctr" bIns="91425" lIns="91425" spcFirstLastPara="1" rIns="91425" wrap="square" tIns="91425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rect b="b" l="l" r="r" t="t"/>
                    <a:pathLst>
                      <a:path extrusionOk="0" h="35440" w="44612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6"/>
          <p:cNvGrpSpPr/>
          <p:nvPr/>
        </p:nvGrpSpPr>
        <p:grpSpPr>
          <a:xfrm rot="-8100000">
            <a:off x="-1629951" y="-1138306"/>
            <a:ext cx="3785189" cy="3043121"/>
            <a:chOff x="7103825" y="-713112"/>
            <a:chExt cx="3785226" cy="3043150"/>
          </a:xfrm>
        </p:grpSpPr>
        <p:sp>
          <p:nvSpPr>
            <p:cNvPr id="253" name="Google Shape;253;p6"/>
            <p:cNvSpPr/>
            <p:nvPr/>
          </p:nvSpPr>
          <p:spPr>
            <a:xfrm rot="-3600017">
              <a:off x="7761095" y="-21"/>
              <a:ext cx="2152450" cy="1864030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6"/>
            <p:cNvPicPr preferRelativeResize="0"/>
            <p:nvPr/>
          </p:nvPicPr>
          <p:blipFill rotWithShape="1">
            <a:blip r:embed="rId2">
              <a:alphaModFix/>
            </a:blip>
            <a:srcRect b="17663" l="0" r="0" t="17657"/>
            <a:stretch/>
          </p:blipFill>
          <p:spPr>
            <a:xfrm>
              <a:off x="7103825" y="-713112"/>
              <a:ext cx="3785226" cy="2888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5" name="Google Shape;25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6" name="Google Shape;256;p6"/>
          <p:cNvGrpSpPr/>
          <p:nvPr/>
        </p:nvGrpSpPr>
        <p:grpSpPr>
          <a:xfrm>
            <a:off x="8106279" y="-844413"/>
            <a:ext cx="1791132" cy="2767833"/>
            <a:chOff x="8030079" y="-844413"/>
            <a:chExt cx="1791132" cy="2767833"/>
          </a:xfrm>
        </p:grpSpPr>
        <p:grpSp>
          <p:nvGrpSpPr>
            <p:cNvPr id="257" name="Google Shape;257;p6"/>
            <p:cNvGrpSpPr/>
            <p:nvPr/>
          </p:nvGrpSpPr>
          <p:grpSpPr>
            <a:xfrm rot="10800000">
              <a:off x="8566799" y="-844413"/>
              <a:ext cx="1213764" cy="2455355"/>
              <a:chOff x="-293545" y="3454371"/>
              <a:chExt cx="981772" cy="1986051"/>
            </a:xfrm>
          </p:grpSpPr>
          <p:sp>
            <p:nvSpPr>
              <p:cNvPr id="258" name="Google Shape;258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6"/>
            <p:cNvGrpSpPr/>
            <p:nvPr/>
          </p:nvGrpSpPr>
          <p:grpSpPr>
            <a:xfrm rot="10800000">
              <a:off x="8123728" y="-262212"/>
              <a:ext cx="865288" cy="591661"/>
              <a:chOff x="39722" y="4349021"/>
              <a:chExt cx="1061964" cy="726143"/>
            </a:xfrm>
          </p:grpSpPr>
          <p:grpSp>
            <p:nvGrpSpPr>
              <p:cNvPr id="261" name="Google Shape;261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62" name="Google Shape;262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63" name="Google Shape;263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64" name="Google Shape;264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5" name="Google Shape;265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6" name="Google Shape;266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7" name="Google Shape;267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68" name="Google Shape;268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69" name="Google Shape;269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0" name="Google Shape;270;p6"/>
            <p:cNvGrpSpPr/>
            <p:nvPr/>
          </p:nvGrpSpPr>
          <p:grpSpPr>
            <a:xfrm rot="5400000">
              <a:off x="8338264" y="440474"/>
              <a:ext cx="1670849" cy="1295044"/>
              <a:chOff x="-2460210" y="2758493"/>
              <a:chExt cx="1351491" cy="1047516"/>
            </a:xfrm>
          </p:grpSpPr>
          <p:sp>
            <p:nvSpPr>
              <p:cNvPr id="271" name="Google Shape;271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46820"/>
                    </a:schemeClr>
                  </a:gs>
                  <a:gs pos="22000">
                    <a:schemeClr val="lt1">
                      <a:alpha val="46820"/>
                    </a:schemeClr>
                  </a:gs>
                  <a:gs pos="45000">
                    <a:srgbClr val="FFFFFF">
                      <a:alpha val="0"/>
                      <a:alpha val="46820"/>
                    </a:srgbClr>
                  </a:gs>
                  <a:gs pos="100000">
                    <a:srgbClr val="0C0A9E">
                      <a:alpha val="50196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6"/>
            <p:cNvGrpSpPr/>
            <p:nvPr/>
          </p:nvGrpSpPr>
          <p:grpSpPr>
            <a:xfrm rot="10800000">
              <a:off x="8030079" y="157481"/>
              <a:ext cx="865288" cy="591661"/>
              <a:chOff x="39722" y="4349021"/>
              <a:chExt cx="1061964" cy="726143"/>
            </a:xfrm>
          </p:grpSpPr>
          <p:grpSp>
            <p:nvGrpSpPr>
              <p:cNvPr id="276" name="Google Shape;27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77" name="Google Shape;27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78" name="Google Shape;27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79" name="Google Shape;27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0" name="Google Shape;28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1" name="Google Shape;28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2" name="Google Shape;28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3" name="Google Shape;28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84" name="Google Shape;28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 rot="10800000">
              <a:off x="8653266" y="87645"/>
              <a:ext cx="865288" cy="591661"/>
              <a:chOff x="39722" y="4349021"/>
              <a:chExt cx="1061964" cy="726143"/>
            </a:xfrm>
          </p:grpSpPr>
          <p:grpSp>
            <p:nvGrpSpPr>
              <p:cNvPr id="286" name="Google Shape;286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87" name="Google Shape;287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88" name="Google Shape;288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89" name="Google Shape;289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0" name="Google Shape;290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1" name="Google Shape;291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2" name="Google Shape;292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93" name="Google Shape;293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94" name="Google Shape;294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5" name="Google Shape;295;p6"/>
          <p:cNvGrpSpPr/>
          <p:nvPr/>
        </p:nvGrpSpPr>
        <p:grpSpPr>
          <a:xfrm>
            <a:off x="-1499000" y="3182553"/>
            <a:ext cx="4558967" cy="3356863"/>
            <a:chOff x="-1422800" y="3106353"/>
            <a:chExt cx="4558967" cy="3356863"/>
          </a:xfrm>
        </p:grpSpPr>
        <p:grpSp>
          <p:nvGrpSpPr>
            <p:cNvPr id="296" name="Google Shape;296;p6"/>
            <p:cNvGrpSpPr/>
            <p:nvPr/>
          </p:nvGrpSpPr>
          <p:grpSpPr>
            <a:xfrm>
              <a:off x="-474664" y="3485331"/>
              <a:ext cx="1472068" cy="2977885"/>
              <a:chOff x="-293545" y="3454371"/>
              <a:chExt cx="981772" cy="1986051"/>
            </a:xfrm>
          </p:grpSpPr>
          <p:sp>
            <p:nvSpPr>
              <p:cNvPr id="297" name="Google Shape;297;p6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9" name="Google Shape;299;p6"/>
            <p:cNvGrpSpPr/>
            <p:nvPr/>
          </p:nvGrpSpPr>
          <p:grpSpPr>
            <a:xfrm>
              <a:off x="485337" y="5039978"/>
              <a:ext cx="1049539" cy="717647"/>
              <a:chOff x="39722" y="4349021"/>
              <a:chExt cx="1061964" cy="726143"/>
            </a:xfrm>
          </p:grpSpPr>
          <p:grpSp>
            <p:nvGrpSpPr>
              <p:cNvPr id="300" name="Google Shape;300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01" name="Google Shape;301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02" name="Google Shape;302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03" name="Google Shape;303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4" name="Google Shape;304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5" name="Google Shape;305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6" name="Google Shape;306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07" name="Google Shape;307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08" name="Google Shape;308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9" name="Google Shape;309;p6"/>
            <p:cNvGrpSpPr/>
            <p:nvPr/>
          </p:nvGrpSpPr>
          <p:grpSpPr>
            <a:xfrm rot="5400000">
              <a:off x="-645364" y="3334243"/>
              <a:ext cx="2026426" cy="1570646"/>
              <a:chOff x="-2460210" y="2758493"/>
              <a:chExt cx="1351491" cy="1047516"/>
            </a:xfrm>
          </p:grpSpPr>
          <p:sp>
            <p:nvSpPr>
              <p:cNvPr id="310" name="Google Shape;310;p6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598917" y="4530969"/>
              <a:ext cx="1049539" cy="717647"/>
              <a:chOff x="39722" y="4349021"/>
              <a:chExt cx="1061964" cy="726143"/>
            </a:xfrm>
          </p:grpSpPr>
          <p:grpSp>
            <p:nvGrpSpPr>
              <p:cNvPr id="315" name="Google Shape;31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16" name="Google Shape;31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17" name="Google Shape;31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18" name="Google Shape;31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19" name="Google Shape;31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0" name="Google Shape;32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1" name="Google Shape;32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2" name="Google Shape;32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23" name="Google Shape;32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" name="Google Shape;324;p6"/>
            <p:cNvGrpSpPr/>
            <p:nvPr/>
          </p:nvGrpSpPr>
          <p:grpSpPr>
            <a:xfrm>
              <a:off x="-156893" y="4615667"/>
              <a:ext cx="1049539" cy="717647"/>
              <a:chOff x="39722" y="4349021"/>
              <a:chExt cx="1061964" cy="726143"/>
            </a:xfrm>
          </p:grpSpPr>
          <p:grpSp>
            <p:nvGrpSpPr>
              <p:cNvPr id="325" name="Google Shape;325;p6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326" name="Google Shape;326;p6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27" name="Google Shape;327;p6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328" name="Google Shape;328;p6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29" name="Google Shape;329;p6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0" name="Google Shape;330;p6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1" name="Google Shape;331;p6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32" name="Google Shape;332;p6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333" name="Google Shape;333;p6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4" name="Google Shape;334;p6"/>
            <p:cNvGrpSpPr/>
            <p:nvPr/>
          </p:nvGrpSpPr>
          <p:grpSpPr>
            <a:xfrm>
              <a:off x="-1422800" y="4822751"/>
              <a:ext cx="4558967" cy="134100"/>
              <a:chOff x="796100" y="3019701"/>
              <a:chExt cx="4558967" cy="134100"/>
            </a:xfrm>
          </p:grpSpPr>
          <p:sp>
            <p:nvSpPr>
              <p:cNvPr id="335" name="Google Shape;33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36" name="Google Shape;33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37" name="Google Shape;33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>
            <p:ph idx="1" type="subTitle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340" name="Google Shape;340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"/>
          <p:cNvSpPr txBox="1"/>
          <p:nvPr>
            <p:ph type="title"/>
          </p:nvPr>
        </p:nvSpPr>
        <p:spPr>
          <a:xfrm>
            <a:off x="713225" y="2122600"/>
            <a:ext cx="7297500" cy="9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366" name="Google Shape;366;p8"/>
          <p:cNvGrpSpPr/>
          <p:nvPr/>
        </p:nvGrpSpPr>
        <p:grpSpPr>
          <a:xfrm>
            <a:off x="6475811" y="-1541623"/>
            <a:ext cx="2583360" cy="2409685"/>
            <a:chOff x="6475811" y="-1541623"/>
            <a:chExt cx="2583360" cy="2409685"/>
          </a:xfrm>
        </p:grpSpPr>
        <p:grpSp>
          <p:nvGrpSpPr>
            <p:cNvPr id="367" name="Google Shape;367;p8"/>
            <p:cNvGrpSpPr/>
            <p:nvPr/>
          </p:nvGrpSpPr>
          <p:grpSpPr>
            <a:xfrm rot="-5400000">
              <a:off x="5879041" y="-944853"/>
              <a:ext cx="2133442" cy="939904"/>
              <a:chOff x="-149984" y="3754784"/>
              <a:chExt cx="2133442" cy="939904"/>
            </a:xfrm>
          </p:grpSpPr>
          <p:sp>
            <p:nvSpPr>
              <p:cNvPr id="368" name="Google Shape;368;p8"/>
              <p:cNvSpPr/>
              <p:nvPr/>
            </p:nvSpPr>
            <p:spPr>
              <a:xfrm rot="5400000">
                <a:off x="707379" y="3056155"/>
                <a:ext cx="577450" cy="1974708"/>
              </a:xfrm>
              <a:custGeom>
                <a:rect b="b" l="l" r="r" t="t"/>
                <a:pathLst>
                  <a:path extrusionOk="0" h="48146" w="14079">
                    <a:moveTo>
                      <a:pt x="13866" y="0"/>
                    </a:moveTo>
                    <a:lnTo>
                      <a:pt x="5867" y="7999"/>
                    </a:lnTo>
                    <a:lnTo>
                      <a:pt x="5836" y="8045"/>
                    </a:lnTo>
                    <a:lnTo>
                      <a:pt x="5836" y="31737"/>
                    </a:lnTo>
                    <a:lnTo>
                      <a:pt x="1" y="37541"/>
                    </a:lnTo>
                    <a:lnTo>
                      <a:pt x="1" y="48146"/>
                    </a:lnTo>
                    <a:lnTo>
                      <a:pt x="306" y="48146"/>
                    </a:lnTo>
                    <a:lnTo>
                      <a:pt x="306" y="37679"/>
                    </a:lnTo>
                    <a:lnTo>
                      <a:pt x="6141" y="31874"/>
                    </a:lnTo>
                    <a:lnTo>
                      <a:pt x="6141" y="8167"/>
                    </a:lnTo>
                    <a:lnTo>
                      <a:pt x="14079" y="229"/>
                    </a:lnTo>
                    <a:lnTo>
                      <a:pt x="138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 rot="5400000">
                <a:off x="391825" y="3465468"/>
                <a:ext cx="687411" cy="1771028"/>
              </a:xfrm>
              <a:custGeom>
                <a:rect b="b" l="l" r="r" t="t"/>
                <a:pathLst>
                  <a:path extrusionOk="0" h="43180" w="16760">
                    <a:moveTo>
                      <a:pt x="16531" y="1"/>
                    </a:moveTo>
                    <a:lnTo>
                      <a:pt x="4403" y="12159"/>
                    </a:lnTo>
                    <a:lnTo>
                      <a:pt x="4342" y="12190"/>
                    </a:lnTo>
                    <a:lnTo>
                      <a:pt x="4342" y="25734"/>
                    </a:lnTo>
                    <a:lnTo>
                      <a:pt x="0" y="30077"/>
                    </a:lnTo>
                    <a:lnTo>
                      <a:pt x="8746" y="38822"/>
                    </a:lnTo>
                    <a:lnTo>
                      <a:pt x="8746" y="43180"/>
                    </a:lnTo>
                    <a:lnTo>
                      <a:pt x="9066" y="43180"/>
                    </a:lnTo>
                    <a:lnTo>
                      <a:pt x="9066" y="38700"/>
                    </a:lnTo>
                    <a:lnTo>
                      <a:pt x="442" y="30077"/>
                    </a:lnTo>
                    <a:lnTo>
                      <a:pt x="4662" y="25872"/>
                    </a:lnTo>
                    <a:lnTo>
                      <a:pt x="4662" y="12327"/>
                    </a:lnTo>
                    <a:lnTo>
                      <a:pt x="16760" y="230"/>
                    </a:lnTo>
                    <a:lnTo>
                      <a:pt x="16531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0" name="Google Shape;370;p8"/>
            <p:cNvSpPr/>
            <p:nvPr/>
          </p:nvSpPr>
          <p:spPr>
            <a:xfrm rot="5400000">
              <a:off x="7783092" y="-77047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8"/>
            <p:cNvSpPr/>
            <p:nvPr/>
          </p:nvSpPr>
          <p:spPr>
            <a:xfrm rot="5400000">
              <a:off x="7617537" y="-361157"/>
              <a:ext cx="687411" cy="1771028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8"/>
            <p:cNvGrpSpPr/>
            <p:nvPr/>
          </p:nvGrpSpPr>
          <p:grpSpPr>
            <a:xfrm>
              <a:off x="7741638" y="-258450"/>
              <a:ext cx="439200" cy="439100"/>
              <a:chOff x="1101075" y="2142375"/>
              <a:chExt cx="439200" cy="439100"/>
            </a:xfrm>
          </p:grpSpPr>
          <p:sp>
            <p:nvSpPr>
              <p:cNvPr id="373" name="Google Shape;373;p8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/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7" name="Google Shape;377;p9"/>
          <p:cNvSpPr txBox="1"/>
          <p:nvPr>
            <p:ph idx="1" type="subTitle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78" name="Google Shape;378;p9"/>
          <p:cNvSpPr/>
          <p:nvPr>
            <p:ph idx="2" type="pic"/>
          </p:nvPr>
        </p:nvSpPr>
        <p:spPr>
          <a:xfrm>
            <a:off x="4135800" y="539500"/>
            <a:ext cx="4295100" cy="40692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10"/>
          <p:cNvSpPr txBox="1"/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/>
          <p:nvPr>
            <p:ph hasCustomPrompt="1" type="title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/>
          <p:nvPr>
            <p:ph idx="1" type="subTitle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6" name="Google Shape;496;p13"/>
          <p:cNvSpPr txBox="1"/>
          <p:nvPr>
            <p:ph idx="1" type="subTitle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13"/>
          <p:cNvSpPr txBox="1"/>
          <p:nvPr>
            <p:ph idx="2" type="subTitle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13"/>
          <p:cNvSpPr txBox="1"/>
          <p:nvPr>
            <p:ph idx="3" type="subTitle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3"/>
          <p:cNvSpPr txBox="1"/>
          <p:nvPr>
            <p:ph idx="4" type="subTitle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13"/>
          <p:cNvSpPr txBox="1"/>
          <p:nvPr>
            <p:ph hasCustomPrompt="1" idx="5" type="title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/>
          <p:nvPr>
            <p:ph hasCustomPrompt="1" idx="6" type="title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/>
          <p:nvPr>
            <p:ph hasCustomPrompt="1" idx="7" type="title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/>
          <p:nvPr>
            <p:ph hasCustomPrompt="1" idx="8" type="title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/>
          <p:nvPr>
            <p:ph idx="9" type="subTitle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5" name="Google Shape;505;p13"/>
          <p:cNvSpPr txBox="1"/>
          <p:nvPr>
            <p:ph idx="13" type="subTitle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b="1" sz="2400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06" name="Google Shape;506;p13"/>
          <p:cNvSpPr txBox="1"/>
          <p:nvPr>
            <p:ph idx="14" type="subTitle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507" name="Google Shape;507;p13"/>
          <p:cNvSpPr txBox="1"/>
          <p:nvPr>
            <p:ph idx="15" type="subTitle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19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rotWithShape="0" algn="bl" dir="2280000" dist="9525">
                    <a:schemeClr val="lt2"/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rect b="b" l="l" r="r" t="t"/>
              <a:pathLst>
                <a:path extrusionOk="0" h="44413" w="51285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/>
          <p:nvPr>
            <p:ph type="title"/>
          </p:nvPr>
        </p:nvSpPr>
        <p:spPr>
          <a:xfrm>
            <a:off x="713225" y="3349250"/>
            <a:ext cx="66912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6" name="Google Shape;546;p14"/>
          <p:cNvSpPr txBox="1"/>
          <p:nvPr>
            <p:ph idx="1" type="subTitle"/>
          </p:nvPr>
        </p:nvSpPr>
        <p:spPr>
          <a:xfrm>
            <a:off x="713225" y="1511313"/>
            <a:ext cx="66912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9" name="Google Shape;549;p15"/>
          <p:cNvGrpSpPr/>
          <p:nvPr/>
        </p:nvGrpSpPr>
        <p:grpSpPr>
          <a:xfrm>
            <a:off x="4967675" y="4931713"/>
            <a:ext cx="439200" cy="439100"/>
            <a:chOff x="1101075" y="2142375"/>
            <a:chExt cx="439200" cy="439100"/>
          </a:xfrm>
        </p:grpSpPr>
        <p:sp>
          <p:nvSpPr>
            <p:cNvPr id="550" name="Google Shape;550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15"/>
          <p:cNvGrpSpPr/>
          <p:nvPr/>
        </p:nvGrpSpPr>
        <p:grpSpPr>
          <a:xfrm>
            <a:off x="2176605" y="-3695660"/>
            <a:ext cx="7317722" cy="6983297"/>
            <a:chOff x="2100405" y="-3619460"/>
            <a:chExt cx="7317722" cy="6983297"/>
          </a:xfrm>
        </p:grpSpPr>
        <p:sp>
          <p:nvSpPr>
            <p:cNvPr id="553" name="Google Shape;553;p15"/>
            <p:cNvSpPr/>
            <p:nvPr/>
          </p:nvSpPr>
          <p:spPr>
            <a:xfrm flipH="1" rot="8100000">
              <a:off x="3778999" y="-2106462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4" name="Google Shape;554;p15"/>
            <p:cNvGrpSpPr/>
            <p:nvPr/>
          </p:nvGrpSpPr>
          <p:grpSpPr>
            <a:xfrm rot="2700000">
              <a:off x="7787417" y="120497"/>
              <a:ext cx="582044" cy="582419"/>
              <a:chOff x="959750" y="3039275"/>
              <a:chExt cx="582050" cy="582425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15"/>
            <p:cNvGrpSpPr/>
            <p:nvPr/>
          </p:nvGrpSpPr>
          <p:grpSpPr>
            <a:xfrm rot="2700000">
              <a:off x="8310742" y="-75303"/>
              <a:ext cx="582044" cy="582419"/>
              <a:chOff x="959750" y="3039275"/>
              <a:chExt cx="582050" cy="582425"/>
            </a:xfrm>
          </p:grpSpPr>
          <p:sp>
            <p:nvSpPr>
              <p:cNvPr id="563" name="Google Shape;563;p1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0" name="Google Shape;570;p15"/>
            <p:cNvSpPr/>
            <p:nvPr/>
          </p:nvSpPr>
          <p:spPr>
            <a:xfrm rot="5400000">
              <a:off x="8142048" y="-57566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 rot="10800000">
              <a:off x="8365398" y="-290023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 rot="10800000">
              <a:off x="8490148" y="2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 flipH="1" rot="-2700000">
              <a:off x="3192849" y="-2898537"/>
              <a:ext cx="4006334" cy="4749375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15"/>
          <p:cNvGrpSpPr/>
          <p:nvPr/>
        </p:nvGrpSpPr>
        <p:grpSpPr>
          <a:xfrm>
            <a:off x="-2424242" y="2074146"/>
            <a:ext cx="6274943" cy="6257753"/>
            <a:chOff x="-2447692" y="2022396"/>
            <a:chExt cx="6274943" cy="6257753"/>
          </a:xfrm>
        </p:grpSpPr>
        <p:grpSp>
          <p:nvGrpSpPr>
            <p:cNvPr id="575" name="Google Shape;575;p15"/>
            <p:cNvGrpSpPr/>
            <p:nvPr/>
          </p:nvGrpSpPr>
          <p:grpSpPr>
            <a:xfrm flipH="1" rot="10800000">
              <a:off x="-25334" y="4406387"/>
              <a:ext cx="1538562" cy="971589"/>
              <a:chOff x="-191059" y="95963"/>
              <a:chExt cx="1538562" cy="971589"/>
            </a:xfrm>
          </p:grpSpPr>
          <p:grpSp>
            <p:nvGrpSpPr>
              <p:cNvPr id="576" name="Google Shape;576;p15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577" name="Google Shape;577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78" name="Google Shape;578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9" name="Google Shape;579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0" name="Google Shape;580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1" name="Google Shape;581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2" name="Google Shape;582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83" name="Google Shape;583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4" name="Google Shape;584;p15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85" name="Google Shape;585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86" name="Google Shape;586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7" name="Google Shape;587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8" name="Google Shape;588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89" name="Google Shape;589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0" name="Google Shape;590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1" name="Google Shape;591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92" name="Google Shape;592;p15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593" name="Google Shape;593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594" name="Google Shape;594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5" name="Google Shape;595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6" name="Google Shape;596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7" name="Google Shape;597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98" name="Google Shape;598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99" name="Google Shape;599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0" name="Google Shape;600;p15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601" name="Google Shape;601;p15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606" name="Google Shape;606;p15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607" name="Google Shape;607;p15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8" name="Google Shape;608;p15"/>
            <p:cNvGrpSpPr/>
            <p:nvPr/>
          </p:nvGrpSpPr>
          <p:grpSpPr>
            <a:xfrm flipH="1" rot="-3320950">
              <a:off x="-1885521" y="3185658"/>
              <a:ext cx="4889863" cy="3931229"/>
              <a:chOff x="7103825" y="-713112"/>
              <a:chExt cx="3785226" cy="3043150"/>
            </a:xfrm>
          </p:grpSpPr>
          <p:sp>
            <p:nvSpPr>
              <p:cNvPr id="609" name="Google Shape;609;p15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10" name="Google Shape;610;p15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11" name="Google Shape;611;p15"/>
            <p:cNvSpPr/>
            <p:nvPr/>
          </p:nvSpPr>
          <p:spPr>
            <a:xfrm flipH="1" rot="-2700000">
              <a:off x="249333" y="3270782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2" name="Google Shape;612;p15"/>
            <p:cNvGrpSpPr/>
            <p:nvPr/>
          </p:nvGrpSpPr>
          <p:grpSpPr>
            <a:xfrm rot="5400000">
              <a:off x="1987130" y="4230949"/>
              <a:ext cx="88142" cy="1137387"/>
              <a:chOff x="3054755" y="4367024"/>
              <a:chExt cx="88142" cy="1137387"/>
            </a:xfrm>
          </p:grpSpPr>
          <p:sp>
            <p:nvSpPr>
              <p:cNvPr id="613" name="Google Shape;613;p15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17" name="Google Shape;617;p16"/>
          <p:cNvGrpSpPr/>
          <p:nvPr/>
        </p:nvGrpSpPr>
        <p:grpSpPr>
          <a:xfrm>
            <a:off x="7810267" y="-622132"/>
            <a:ext cx="2587792" cy="2725916"/>
            <a:chOff x="7810267" y="-622132"/>
            <a:chExt cx="2587792" cy="2725916"/>
          </a:xfrm>
        </p:grpSpPr>
        <p:grpSp>
          <p:nvGrpSpPr>
            <p:cNvPr id="618" name="Google Shape;618;p16"/>
            <p:cNvGrpSpPr/>
            <p:nvPr/>
          </p:nvGrpSpPr>
          <p:grpSpPr>
            <a:xfrm>
              <a:off x="8520988" y="-90875"/>
              <a:ext cx="904666" cy="726121"/>
              <a:chOff x="7945225" y="4302000"/>
              <a:chExt cx="904666" cy="726121"/>
            </a:xfrm>
          </p:grpSpPr>
          <p:sp>
            <p:nvSpPr>
              <p:cNvPr id="619" name="Google Shape;619;p16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6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6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22" name="Google Shape;622;p16"/>
            <p:cNvGrpSpPr/>
            <p:nvPr/>
          </p:nvGrpSpPr>
          <p:grpSpPr>
            <a:xfrm>
              <a:off x="8869019" y="-622132"/>
              <a:ext cx="325154" cy="1788670"/>
              <a:chOff x="8869019" y="-622132"/>
              <a:chExt cx="325154" cy="1788670"/>
            </a:xfrm>
          </p:grpSpPr>
          <p:sp>
            <p:nvSpPr>
              <p:cNvPr id="623" name="Google Shape;623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>
                      <a:alpha val="31360"/>
                    </a:scheme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4" name="Google Shape;624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25" name="Google Shape;625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27" name="Google Shape;627;p16"/>
            <p:cNvSpPr/>
            <p:nvPr/>
          </p:nvSpPr>
          <p:spPr>
            <a:xfrm rot="2700000">
              <a:off x="8482428" y="-42254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2700000">
              <a:off x="8744103" y="-213191"/>
              <a:ext cx="981794" cy="2307832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16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630" name="Google Shape;63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31" name="Google Shape;631;p16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632" name="Google Shape;632;p16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31360"/>
                    </a:schemeClr>
                  </a:gs>
                  <a:gs pos="40000">
                    <a:srgbClr val="FF9900">
                      <a:alpha val="40784"/>
                      <a:alpha val="31360"/>
                    </a:srgbClr>
                  </a:gs>
                  <a:gs pos="100000">
                    <a:srgbClr val="FFFFFF">
                      <a:alpha val="0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3" name="Google Shape;633;p16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634" name="Google Shape;634;p16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16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636" name="Google Shape;636;p16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637" name="Google Shape;637;p16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16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640" name="Google Shape;640;p1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1" name="Google Shape;641;p16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2" name="Google Shape;642;p16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643" name="Google Shape;643;p16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44" name="Google Shape;644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1" name="Google Shape;651;p16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652" name="Google Shape;652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59" name="Google Shape;659;p16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660" name="Google Shape;660;p16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16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16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67" name="Google Shape;667;p16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668" name="Google Shape;668;p1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69" name="Google Shape;669;p1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70" name="Google Shape;670;p1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rect b="b" l="l" r="r" t="t"/>
                  <a:pathLst>
                    <a:path extrusionOk="0" h="4937" w="4938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rect b="b" l="l" r="r" t="t"/>
                  <a:pathLst>
                    <a:path extrusionOk="0" h="4938" w="4953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rect b="b" l="l" r="r" t="t"/>
                  <a:pathLst>
                    <a:path extrusionOk="0" h="4937" w="4953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rect b="b" l="l" r="r" t="t"/>
                  <a:pathLst>
                    <a:path extrusionOk="0" h="4937" w="4937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rect b="b" l="l" r="r" t="t"/>
                  <a:pathLst>
                    <a:path extrusionOk="0" h="4938" w="4938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rect b="b" l="l" r="r" t="t"/>
                  <a:pathLst>
                    <a:path extrusionOk="0" h="4953" w="4937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flipH="1" rot="2700000">
                <a:off x="-1073899" y="473691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rect b="b" l="l" r="r" t="t"/>
                  <a:pathLst>
                    <a:path extrusionOk="0" h="69081" w="34647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flipH="1" rot="-2700000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oogle Shape;720;p18"/>
          <p:cNvGrpSpPr/>
          <p:nvPr/>
        </p:nvGrpSpPr>
        <p:grpSpPr>
          <a:xfrm>
            <a:off x="5404975" y="2221118"/>
            <a:ext cx="4263000" cy="3617400"/>
            <a:chOff x="5328775" y="2221118"/>
            <a:chExt cx="4263000" cy="3617400"/>
          </a:xfrm>
        </p:grpSpPr>
        <p:sp>
          <p:nvSpPr>
            <p:cNvPr id="721" name="Google Shape;721;p18"/>
            <p:cNvSpPr/>
            <p:nvPr/>
          </p:nvSpPr>
          <p:spPr>
            <a:xfrm>
              <a:off x="5328775" y="2221118"/>
              <a:ext cx="4263000" cy="36174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2" name="Google Shape;722;p18"/>
            <p:cNvGrpSpPr/>
            <p:nvPr/>
          </p:nvGrpSpPr>
          <p:grpSpPr>
            <a:xfrm>
              <a:off x="7218100" y="4855088"/>
              <a:ext cx="931125" cy="525763"/>
              <a:chOff x="7218100" y="4855088"/>
              <a:chExt cx="931125" cy="525763"/>
            </a:xfrm>
          </p:grpSpPr>
          <p:grpSp>
            <p:nvGrpSpPr>
              <p:cNvPr id="723" name="Google Shape;723;p18"/>
              <p:cNvGrpSpPr/>
              <p:nvPr/>
            </p:nvGrpSpPr>
            <p:grpSpPr>
              <a:xfrm>
                <a:off x="7710025" y="4941750"/>
                <a:ext cx="439200" cy="439100"/>
                <a:chOff x="1101075" y="2142375"/>
                <a:chExt cx="439200" cy="439100"/>
              </a:xfrm>
            </p:grpSpPr>
            <p:sp>
              <p:nvSpPr>
                <p:cNvPr id="724" name="Google Shape;724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6" name="Google Shape;726;p18"/>
              <p:cNvGrpSpPr/>
              <p:nvPr/>
            </p:nvGrpSpPr>
            <p:grpSpPr>
              <a:xfrm>
                <a:off x="7218100" y="4855088"/>
                <a:ext cx="439200" cy="439100"/>
                <a:chOff x="1101075" y="2142375"/>
                <a:chExt cx="439200" cy="439100"/>
              </a:xfrm>
            </p:grpSpPr>
            <p:sp>
              <p:nvSpPr>
                <p:cNvPr id="727" name="Google Shape;727;p18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p18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729" name="Google Shape;72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30" name="Google Shape;730;p18"/>
          <p:cNvGrpSpPr/>
          <p:nvPr/>
        </p:nvGrpSpPr>
        <p:grpSpPr>
          <a:xfrm>
            <a:off x="-2175000" y="3012192"/>
            <a:ext cx="3701086" cy="3345172"/>
            <a:chOff x="-1886500" y="2599117"/>
            <a:chExt cx="3701086" cy="3345172"/>
          </a:xfrm>
        </p:grpSpPr>
        <p:pic>
          <p:nvPicPr>
            <p:cNvPr id="731" name="Google Shape;731;p18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-1886500" y="3119537"/>
              <a:ext cx="3701086" cy="2824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2" name="Google Shape;732;p18"/>
            <p:cNvSpPr/>
            <p:nvPr/>
          </p:nvSpPr>
          <p:spPr>
            <a:xfrm rot="10800000">
              <a:off x="-402274" y="2599117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 rot="10800000">
              <a:off x="-207237" y="2599870"/>
              <a:ext cx="1201697" cy="2824744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0025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4" name="Google Shape;734;p18"/>
            <p:cNvGrpSpPr/>
            <p:nvPr/>
          </p:nvGrpSpPr>
          <p:grpSpPr>
            <a:xfrm rot="10800000">
              <a:off x="-37979" y="5013439"/>
              <a:ext cx="134004" cy="134004"/>
              <a:chOff x="8356813" y="1074288"/>
              <a:chExt cx="351900" cy="351900"/>
            </a:xfrm>
          </p:grpSpPr>
          <p:sp>
            <p:nvSpPr>
              <p:cNvPr id="735" name="Google Shape;735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7" name="Google Shape;737;p18"/>
            <p:cNvGrpSpPr/>
            <p:nvPr/>
          </p:nvGrpSpPr>
          <p:grpSpPr>
            <a:xfrm rot="10800000">
              <a:off x="447446" y="4173589"/>
              <a:ext cx="134004" cy="134004"/>
              <a:chOff x="8356813" y="1074288"/>
              <a:chExt cx="351900" cy="351900"/>
            </a:xfrm>
          </p:grpSpPr>
          <p:sp>
            <p:nvSpPr>
              <p:cNvPr id="738" name="Google Shape;738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0" name="Google Shape;740;p18"/>
            <p:cNvGrpSpPr/>
            <p:nvPr/>
          </p:nvGrpSpPr>
          <p:grpSpPr>
            <a:xfrm rot="10800000">
              <a:off x="539621" y="2985514"/>
              <a:ext cx="134004" cy="134004"/>
              <a:chOff x="8356813" y="1074288"/>
              <a:chExt cx="351900" cy="351900"/>
            </a:xfrm>
          </p:grpSpPr>
          <p:sp>
            <p:nvSpPr>
              <p:cNvPr id="741" name="Google Shape;741;p1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3" name="Google Shape;743;p18"/>
          <p:cNvGrpSpPr/>
          <p:nvPr/>
        </p:nvGrpSpPr>
        <p:grpSpPr>
          <a:xfrm>
            <a:off x="5928900" y="-249669"/>
            <a:ext cx="5688165" cy="3493826"/>
            <a:chOff x="5852700" y="-249669"/>
            <a:chExt cx="5688165" cy="3493826"/>
          </a:xfrm>
        </p:grpSpPr>
        <p:grpSp>
          <p:nvGrpSpPr>
            <p:cNvPr id="744" name="Google Shape;744;p18"/>
            <p:cNvGrpSpPr/>
            <p:nvPr/>
          </p:nvGrpSpPr>
          <p:grpSpPr>
            <a:xfrm>
              <a:off x="8783705" y="1899359"/>
              <a:ext cx="402160" cy="1344798"/>
              <a:chOff x="8668555" y="1976884"/>
              <a:chExt cx="402160" cy="1344798"/>
            </a:xfrm>
          </p:grpSpPr>
          <p:sp>
            <p:nvSpPr>
              <p:cNvPr id="745" name="Google Shape;745;p18"/>
              <p:cNvSpPr/>
              <p:nvPr/>
            </p:nvSpPr>
            <p:spPr>
              <a:xfrm flipH="1">
                <a:off x="8823846" y="209496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 flipH="1">
                <a:off x="8668555" y="19768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47" name="Google Shape;747;p18"/>
            <p:cNvGrpSpPr/>
            <p:nvPr/>
          </p:nvGrpSpPr>
          <p:grpSpPr>
            <a:xfrm>
              <a:off x="8598675" y="1421188"/>
              <a:ext cx="904666" cy="726121"/>
              <a:chOff x="7945225" y="4302000"/>
              <a:chExt cx="904666" cy="726121"/>
            </a:xfrm>
          </p:grpSpPr>
          <p:sp>
            <p:nvSpPr>
              <p:cNvPr id="748" name="Google Shape;748;p1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1" name="Google Shape;751;p18"/>
            <p:cNvGrpSpPr/>
            <p:nvPr/>
          </p:nvGrpSpPr>
          <p:grpSpPr>
            <a:xfrm flipH="1" rot="10800000">
              <a:off x="7579756" y="-249669"/>
              <a:ext cx="2601921" cy="2438355"/>
              <a:chOff x="7340128" y="2866613"/>
              <a:chExt cx="2439225" cy="2438355"/>
            </a:xfrm>
          </p:grpSpPr>
          <p:sp>
            <p:nvSpPr>
              <p:cNvPr id="752" name="Google Shape;752;p18"/>
              <p:cNvSpPr/>
              <p:nvPr/>
            </p:nvSpPr>
            <p:spPr>
              <a:xfrm flipH="1" rot="2700000">
                <a:off x="8012290" y="2875755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 flipH="1" rot="2700000">
                <a:off x="8125398" y="2987994"/>
                <a:ext cx="981794" cy="230783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54" name="Google Shape;754;p18"/>
            <p:cNvSpPr/>
            <p:nvPr/>
          </p:nvSpPr>
          <p:spPr>
            <a:xfrm flipH="1" rot="5400000">
              <a:off x="6551329" y="-896010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55" name="Google Shape;755;p18"/>
            <p:cNvGrpSpPr/>
            <p:nvPr/>
          </p:nvGrpSpPr>
          <p:grpSpPr>
            <a:xfrm>
              <a:off x="6917731" y="246011"/>
              <a:ext cx="4623133" cy="134070"/>
              <a:chOff x="6917731" y="246011"/>
              <a:chExt cx="4623133" cy="134070"/>
            </a:xfrm>
          </p:grpSpPr>
          <p:sp>
            <p:nvSpPr>
              <p:cNvPr id="756" name="Google Shape;756;p18"/>
              <p:cNvSpPr/>
              <p:nvPr/>
            </p:nvSpPr>
            <p:spPr>
              <a:xfrm flipH="1">
                <a:off x="6917731" y="246011"/>
                <a:ext cx="134070" cy="13407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 flipH="1">
                <a:off x="6947845" y="276153"/>
                <a:ext cx="73844" cy="73844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8" name="Google Shape;758;p18"/>
              <p:cNvCxnSpPr/>
              <p:nvPr/>
            </p:nvCxnSpPr>
            <p:spPr>
              <a:xfrm rot="10800000">
                <a:off x="7013865" y="313050"/>
                <a:ext cx="4527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19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2" name="Google Shape;762;p19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/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0" name="Google Shape;800;p20"/>
          <p:cNvSpPr txBox="1"/>
          <p:nvPr>
            <p:ph idx="1" type="subTitle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4" name="Google Shape;844;p21"/>
          <p:cNvSpPr txBox="1"/>
          <p:nvPr>
            <p:ph idx="1" type="body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flipH="1" rot="-8100000">
              <a:off x="7249845" y="-719557"/>
              <a:ext cx="2925242" cy="3057723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3" name="Google Shape;923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4" name="Google Shape;924;p22"/>
          <p:cNvSpPr txBox="1"/>
          <p:nvPr>
            <p:ph idx="1" type="body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5" name="Google Shape;925;p22"/>
          <p:cNvSpPr txBox="1"/>
          <p:nvPr>
            <p:ph idx="2" type="body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b="100%" l="0%" r="100%" t="0%"/>
                </a:path>
                <a:tileRect b="0%" l="-100%" r="0%" t="-100%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 rot="10800000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5" name="Google Shape;975;p23"/>
          <p:cNvSpPr txBox="1"/>
          <p:nvPr>
            <p:ph idx="1" type="subTitle"/>
          </p:nvPr>
        </p:nvSpPr>
        <p:spPr>
          <a:xfrm>
            <a:off x="713225" y="2041525"/>
            <a:ext cx="55785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6" name="Google Shape;976;p23"/>
          <p:cNvSpPr txBox="1"/>
          <p:nvPr>
            <p:ph idx="2" type="subTitle"/>
          </p:nvPr>
        </p:nvSpPr>
        <p:spPr>
          <a:xfrm>
            <a:off x="713225" y="3366650"/>
            <a:ext cx="55785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7" name="Google Shape;977;p23"/>
          <p:cNvSpPr txBox="1"/>
          <p:nvPr>
            <p:ph idx="3" type="subTitle"/>
          </p:nvPr>
        </p:nvSpPr>
        <p:spPr>
          <a:xfrm>
            <a:off x="713225" y="167940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978" name="Google Shape;978;p23"/>
          <p:cNvSpPr txBox="1"/>
          <p:nvPr>
            <p:ph idx="4" type="subTitle"/>
          </p:nvPr>
        </p:nvSpPr>
        <p:spPr>
          <a:xfrm>
            <a:off x="713225" y="3040550"/>
            <a:ext cx="55785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979" name="Google Shape;979;p23"/>
          <p:cNvGrpSpPr/>
          <p:nvPr/>
        </p:nvGrpSpPr>
        <p:grpSpPr>
          <a:xfrm flipH="1" rot="-5400000">
            <a:off x="6239121" y="1032770"/>
            <a:ext cx="5022035" cy="4764449"/>
            <a:chOff x="4571996" y="2268220"/>
            <a:chExt cx="5022035" cy="4764449"/>
          </a:xfrm>
        </p:grpSpPr>
        <p:pic>
          <p:nvPicPr>
            <p:cNvPr id="980" name="Google Shape;980;p23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81" name="Google Shape;981;p23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982" name="Google Shape;982;p23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983" name="Google Shape;983;p23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rect b="b" l="l" r="r" t="t"/>
                  <a:pathLst>
                    <a:path extrusionOk="0" h="27731" w="306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3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rect b="b" l="l" r="r" t="t"/>
                  <a:pathLst>
                    <a:path extrusionOk="0" h="27731" w="305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5" name="Google Shape;985;p23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986" name="Google Shape;986;p23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3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3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rect b="b" l="l" r="r" t="t"/>
                  <a:pathLst>
                    <a:path extrusionOk="0" h="124813" w="76882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9" name="Google Shape;989;p23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90" name="Google Shape;99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91" name="Google Shape;99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992" name="Google Shape;99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93" name="Google Shape;99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4" name="Google Shape;99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5" name="Google Shape;99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6" name="Google Shape;99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997" name="Google Shape;99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998" name="Google Shape;99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99" name="Google Shape;999;p23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1000" name="Google Shape;100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01" name="Google Shape;100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02" name="Google Shape;100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03" name="Google Shape;100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4" name="Google Shape;100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5" name="Google Shape;100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6" name="Google Shape;100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07" name="Google Shape;100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08" name="Google Shape;100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09" name="Google Shape;1009;p23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1010" name="Google Shape;1010;p23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1011" name="Google Shape;1011;p23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rect b="b" l="l" r="r" t="t"/>
                    <a:pathLst>
                      <a:path extrusionOk="0" h="35337" w="36902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b="100%" l="0%" r="100%" t="0%"/>
                    </a:path>
                    <a:tileRect b="0%" l="-100%" r="0%" t="-100%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grpSp>
                <p:nvGrpSpPr>
                  <p:cNvPr id="1012" name="Google Shape;1012;p23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1013" name="Google Shape;1013;p23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4" name="Google Shape;1014;p23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5" name="Google Shape;1015;p23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6" name="Google Shape;1016;p23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  <p:sp>
                  <p:nvSpPr>
                    <p:cNvPr id="1017" name="Google Shape;1017;p23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rect b="b" l="l" r="r" t="t"/>
                      <a:pathLst>
                        <a:path extrusionOk="0" h="27121" w="27121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6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anchorCtr="0" anchor="ctr" bIns="91425" lIns="91425" spcFirstLastPara="1" rIns="91425" wrap="square" tIns="91425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p:txBody>
                </p:sp>
              </p:grpSp>
            </p:grpSp>
            <p:sp>
              <p:nvSpPr>
                <p:cNvPr id="1018" name="Google Shape;1018;p23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rect b="b" l="l" r="r" t="t"/>
                  <a:pathLst>
                    <a:path extrusionOk="0" h="35440" w="44612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19" name="Google Shape;1019;p23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1020" name="Google Shape;1020;p23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1" name="Google Shape;1021;p23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022" name="Google Shape;1022;p23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1023" name="Google Shape;1023;p23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025" name="Google Shape;1025;p23"/>
          <p:cNvPicPr preferRelativeResize="0"/>
          <p:nvPr/>
        </p:nvPicPr>
        <p:blipFill rotWithShape="1">
          <a:blip r:embed="rId2">
            <a:alphaModFix/>
          </a:blip>
          <a:srcRect b="26177" l="16960" r="7121" t="24718"/>
          <a:stretch/>
        </p:blipFill>
        <p:spPr>
          <a:xfrm rot="5400000">
            <a:off x="-1432850" y="882950"/>
            <a:ext cx="2441950" cy="1863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6" name="Google Shape;1026;p23"/>
          <p:cNvGrpSpPr/>
          <p:nvPr/>
        </p:nvGrpSpPr>
        <p:grpSpPr>
          <a:xfrm rot="10800000">
            <a:off x="6045700" y="237976"/>
            <a:ext cx="4558967" cy="134100"/>
            <a:chOff x="796100" y="3019701"/>
            <a:chExt cx="4558967" cy="134100"/>
          </a:xfrm>
        </p:grpSpPr>
        <p:sp>
          <p:nvSpPr>
            <p:cNvPr id="1027" name="Google Shape;1027;p23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28" name="Google Shape;1028;p23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29" name="Google Shape;1029;p23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23"/>
          <p:cNvGrpSpPr/>
          <p:nvPr/>
        </p:nvGrpSpPr>
        <p:grpSpPr>
          <a:xfrm>
            <a:off x="-1143750" y="3925887"/>
            <a:ext cx="4558967" cy="1517787"/>
            <a:chOff x="-1143750" y="3849687"/>
            <a:chExt cx="4558967" cy="1517787"/>
          </a:xfrm>
        </p:grpSpPr>
        <p:grpSp>
          <p:nvGrpSpPr>
            <p:cNvPr id="1031" name="Google Shape;1031;p23"/>
            <p:cNvGrpSpPr/>
            <p:nvPr/>
          </p:nvGrpSpPr>
          <p:grpSpPr>
            <a:xfrm rot="5400000">
              <a:off x="-805838" y="4155104"/>
              <a:ext cx="1517787" cy="906953"/>
              <a:chOff x="-55500" y="4835979"/>
              <a:chExt cx="1517787" cy="906953"/>
            </a:xfrm>
          </p:grpSpPr>
          <p:sp>
            <p:nvSpPr>
              <p:cNvPr id="1032" name="Google Shape;1032;p23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3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3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6" name="Google Shape;1036;p23"/>
            <p:cNvGrpSpPr/>
            <p:nvPr/>
          </p:nvGrpSpPr>
          <p:grpSpPr>
            <a:xfrm>
              <a:off x="-549966" y="3946426"/>
              <a:ext cx="2833357" cy="1421047"/>
              <a:chOff x="-677366" y="4067276"/>
              <a:chExt cx="2833357" cy="1421047"/>
            </a:xfrm>
          </p:grpSpPr>
          <p:sp>
            <p:nvSpPr>
              <p:cNvPr id="1037" name="Google Shape;1037;p23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38" name="Google Shape;1038;p23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039" name="Google Shape;1039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0" name="Google Shape;1040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41" name="Google Shape;1041;p23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042" name="Google Shape;1042;p2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3" name="Google Shape;1043;p2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44" name="Google Shape;1044;p23"/>
            <p:cNvSpPr/>
            <p:nvPr/>
          </p:nvSpPr>
          <p:spPr>
            <a:xfrm rot="-5400000">
              <a:off x="362395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p23"/>
            <p:cNvGrpSpPr/>
            <p:nvPr/>
          </p:nvGrpSpPr>
          <p:grpSpPr>
            <a:xfrm>
              <a:off x="-1143750" y="4741576"/>
              <a:ext cx="4558967" cy="134100"/>
              <a:chOff x="796100" y="3019701"/>
              <a:chExt cx="4558967" cy="134100"/>
            </a:xfrm>
          </p:grpSpPr>
          <p:sp>
            <p:nvSpPr>
              <p:cNvPr id="1046" name="Google Shape;1046;p2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47" name="Google Shape;1047;p2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48" name="Google Shape;1048;p2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b="17663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58" name="Google Shape;1058;p24"/>
          <p:cNvSpPr txBox="1"/>
          <p:nvPr>
            <p:ph idx="1" type="subTitle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9" name="Google Shape;1059;p24"/>
          <p:cNvSpPr txBox="1"/>
          <p:nvPr>
            <p:ph idx="2" type="subTitle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24"/>
          <p:cNvSpPr txBox="1"/>
          <p:nvPr>
            <p:ph idx="3" type="subTitle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1" name="Google Shape;1061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2" name="Google Shape;1062;p24"/>
          <p:cNvSpPr txBox="1"/>
          <p:nvPr>
            <p:ph idx="4" type="subTitle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3" name="Google Shape;1063;p24"/>
          <p:cNvSpPr txBox="1"/>
          <p:nvPr>
            <p:ph idx="5" type="subTitle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064" name="Google Shape;1064;p24"/>
          <p:cNvSpPr txBox="1"/>
          <p:nvPr>
            <p:ph idx="6" type="subTitle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8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flipH="1" rot="-2700000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/>
          <p:nvPr>
            <p:ph idx="1" type="subTitle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3" name="Google Shape;1113;p25"/>
          <p:cNvSpPr txBox="1"/>
          <p:nvPr>
            <p:ph idx="2" type="subTitle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4" name="Google Shape;1114;p25"/>
          <p:cNvSpPr txBox="1"/>
          <p:nvPr>
            <p:ph idx="3" type="subTitle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5" name="Google Shape;1115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6" name="Google Shape;1116;p25"/>
          <p:cNvSpPr txBox="1"/>
          <p:nvPr>
            <p:ph idx="4" type="subTitle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7" name="Google Shape;1117;p25"/>
          <p:cNvSpPr txBox="1"/>
          <p:nvPr>
            <p:ph idx="5" type="subTitle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8" name="Google Shape;1118;p25"/>
          <p:cNvSpPr txBox="1"/>
          <p:nvPr>
            <p:ph idx="6" type="subTitle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19" name="Google Shape;1119;p25"/>
          <p:cNvSpPr/>
          <p:nvPr>
            <p:ph idx="7" type="pic"/>
          </p:nvPr>
        </p:nvSpPr>
        <p:spPr>
          <a:xfrm>
            <a:off x="72000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0" name="Google Shape;1120;p25"/>
          <p:cNvSpPr/>
          <p:nvPr>
            <p:ph idx="8" type="pic"/>
          </p:nvPr>
        </p:nvSpPr>
        <p:spPr>
          <a:xfrm>
            <a:off x="3584475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121" name="Google Shape;1121;p25"/>
          <p:cNvSpPr/>
          <p:nvPr>
            <p:ph idx="9" type="pic"/>
          </p:nvPr>
        </p:nvSpPr>
        <p:spPr>
          <a:xfrm>
            <a:off x="6448950" y="1236800"/>
            <a:ext cx="1981800" cy="16623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6" name="Google Shape;1166;p26"/>
          <p:cNvSpPr txBox="1"/>
          <p:nvPr>
            <p:ph idx="1" type="subTitle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26"/>
          <p:cNvSpPr txBox="1"/>
          <p:nvPr>
            <p:ph idx="2" type="subTitle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8" name="Google Shape;1168;p26"/>
          <p:cNvSpPr txBox="1"/>
          <p:nvPr>
            <p:ph idx="3" type="subTitle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9" name="Google Shape;1169;p26"/>
          <p:cNvSpPr txBox="1"/>
          <p:nvPr>
            <p:ph idx="4" type="subTitle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0" name="Google Shape;1170;p26"/>
          <p:cNvSpPr txBox="1"/>
          <p:nvPr>
            <p:ph idx="5" type="subTitle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1" name="Google Shape;1171;p26"/>
          <p:cNvSpPr txBox="1"/>
          <p:nvPr>
            <p:ph idx="6" type="subTitle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2" name="Google Shape;1172;p26"/>
          <p:cNvSpPr txBox="1"/>
          <p:nvPr>
            <p:ph idx="7" type="subTitle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173" name="Google Shape;1173;p26"/>
          <p:cNvSpPr txBox="1"/>
          <p:nvPr>
            <p:ph idx="8" type="subTitle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flipH="1" rot="2700000">
                <a:off x="-1733384" y="1992813"/>
                <a:ext cx="4006334" cy="4749375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flipH="1" rot="2700000">
                <a:off x="-1192832" y="2500186"/>
                <a:ext cx="2925242" cy="3057723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cap="flat" cmpd="sng" w="9525">
                    <a:solidFill>
                      <a:schemeClr val="accen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flipH="1" rot="-8100000">
                  <a:off x="6536116" y="315063"/>
                  <a:ext cx="4006334" cy="4749375"/>
                </a:xfrm>
                <a:custGeom>
                  <a:rect b="b" l="l" r="r" t="t"/>
                  <a:pathLst>
                    <a:path extrusionOk="0" h="115794" w="97678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flipH="1" rot="-8100000">
                  <a:off x="7076657" y="1499343"/>
                  <a:ext cx="2925242" cy="3057723"/>
                </a:xfrm>
                <a:custGeom>
                  <a:rect b="b" l="l" r="r" t="t"/>
                  <a:pathLst>
                    <a:path extrusionOk="0" h="74550" w="7132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rect b="b" l="l" r="r" t="t"/>
                  <a:pathLst>
                    <a:path extrusionOk="0" h="48146" w="14079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rect b="b" l="l" r="r" t="t"/>
                  <a:pathLst>
                    <a:path extrusionOk="0" h="43180" w="1676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cap="flat" cmpd="sng" w="9525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7" name="Google Shape;1217;p27"/>
          <p:cNvSpPr txBox="1"/>
          <p:nvPr>
            <p:ph idx="1" type="subTitle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27"/>
          <p:cNvSpPr txBox="1"/>
          <p:nvPr>
            <p:ph idx="2" type="subTitle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9" name="Google Shape;1219;p27"/>
          <p:cNvSpPr txBox="1"/>
          <p:nvPr>
            <p:ph idx="3" type="subTitle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0" name="Google Shape;1220;p27"/>
          <p:cNvSpPr txBox="1"/>
          <p:nvPr>
            <p:ph idx="4" type="subTitle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1" name="Google Shape;1221;p27"/>
          <p:cNvSpPr txBox="1"/>
          <p:nvPr>
            <p:ph idx="5" type="subTitle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2" name="Google Shape;1222;p27"/>
          <p:cNvSpPr txBox="1"/>
          <p:nvPr>
            <p:ph idx="6" type="subTitle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3" name="Google Shape;1223;p27"/>
          <p:cNvSpPr txBox="1"/>
          <p:nvPr>
            <p:ph idx="7" type="subTitle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4" name="Google Shape;1224;p27"/>
          <p:cNvSpPr txBox="1"/>
          <p:nvPr>
            <p:ph idx="8" type="subTitle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5" name="Google Shape;1225;p27"/>
          <p:cNvSpPr txBox="1"/>
          <p:nvPr>
            <p:ph idx="9" type="subTitle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6" name="Google Shape;1226;p27"/>
          <p:cNvSpPr txBox="1"/>
          <p:nvPr>
            <p:ph idx="13" type="subTitle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7" name="Google Shape;1227;p27"/>
          <p:cNvSpPr txBox="1"/>
          <p:nvPr>
            <p:ph idx="14" type="subTitle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1228" name="Google Shape;1228;p27"/>
          <p:cNvSpPr txBox="1"/>
          <p:nvPr>
            <p:ph idx="15" type="subTitle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b="1" sz="24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flipH="1" rot="-2700000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rect b="b" l="l" r="r" t="t"/>
                <a:pathLst>
                  <a:path extrusionOk="0" h="115794" w="97678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rect b="b" l="l" r="r" t="t"/>
                <a:pathLst>
                  <a:path extrusionOk="0" h="74550" w="7132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rect b="b" l="l" r="r" t="t"/>
                <a:pathLst>
                  <a:path extrusionOk="0" h="124813" w="76882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28"/>
          <p:cNvSpPr txBox="1"/>
          <p:nvPr>
            <p:ph hasCustomPrompt="1" type="title"/>
          </p:nvPr>
        </p:nvSpPr>
        <p:spPr>
          <a:xfrm>
            <a:off x="235845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7" name="Google Shape;1267;p28"/>
          <p:cNvSpPr txBox="1"/>
          <p:nvPr>
            <p:ph idx="1" type="subTitle"/>
          </p:nvPr>
        </p:nvSpPr>
        <p:spPr>
          <a:xfrm>
            <a:off x="2358450" y="1282313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68" name="Google Shape;1268;p28"/>
          <p:cNvSpPr txBox="1"/>
          <p:nvPr>
            <p:ph hasCustomPrompt="1" idx="2" type="title"/>
          </p:nvPr>
        </p:nvSpPr>
        <p:spPr>
          <a:xfrm>
            <a:off x="2358450" y="202724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9" name="Google Shape;1269;p28"/>
          <p:cNvSpPr txBox="1"/>
          <p:nvPr>
            <p:ph idx="3" type="subTitle"/>
          </p:nvPr>
        </p:nvSpPr>
        <p:spPr>
          <a:xfrm>
            <a:off x="2358450" y="2645558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0" name="Google Shape;1270;p28"/>
          <p:cNvSpPr txBox="1"/>
          <p:nvPr>
            <p:ph hasCustomPrompt="1" idx="4" type="title"/>
          </p:nvPr>
        </p:nvSpPr>
        <p:spPr>
          <a:xfrm>
            <a:off x="2358450" y="3390475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Poppins"/>
                <a:ea typeface="Poppins"/>
                <a:cs typeface="Poppins"/>
                <a:sym typeface="Poppi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1" name="Google Shape;1271;p28"/>
          <p:cNvSpPr txBox="1"/>
          <p:nvPr>
            <p:ph idx="5" type="subTitle"/>
          </p:nvPr>
        </p:nvSpPr>
        <p:spPr>
          <a:xfrm>
            <a:off x="2358450" y="4009779"/>
            <a:ext cx="46968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272" name="Google Shape;1272;p28"/>
          <p:cNvSpPr/>
          <p:nvPr/>
        </p:nvSpPr>
        <p:spPr>
          <a:xfrm>
            <a:off x="6751200" y="2645550"/>
            <a:ext cx="2925000" cy="2945400"/>
          </a:xfrm>
          <a:prstGeom prst="ellipse">
            <a:avLst/>
          </a:prstGeom>
          <a:gradFill>
            <a:gsLst>
              <a:gs pos="0">
                <a:schemeClr val="lt1"/>
              </a:gs>
              <a:gs pos="18000">
                <a:schemeClr val="lt1"/>
              </a:gs>
              <a:gs pos="56000">
                <a:srgbClr val="FFFFFF">
                  <a:alpha val="0"/>
                </a:srgbClr>
              </a:gs>
              <a:gs pos="74000">
                <a:schemeClr val="lt1"/>
              </a:gs>
              <a:gs pos="100000">
                <a:srgbClr val="9900FF">
                  <a:alpha val="28627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3" name="Google Shape;1273;p28"/>
          <p:cNvGrpSpPr/>
          <p:nvPr/>
        </p:nvGrpSpPr>
        <p:grpSpPr>
          <a:xfrm rot="5400000">
            <a:off x="8359950" y="-226050"/>
            <a:ext cx="439200" cy="439100"/>
            <a:chOff x="1101075" y="2142375"/>
            <a:chExt cx="439200" cy="439100"/>
          </a:xfrm>
        </p:grpSpPr>
        <p:sp>
          <p:nvSpPr>
            <p:cNvPr id="1274" name="Google Shape;1274;p28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-903250" y="4838101"/>
            <a:ext cx="4558967" cy="134100"/>
            <a:chOff x="796100" y="3019701"/>
            <a:chExt cx="4558967" cy="134100"/>
          </a:xfrm>
        </p:grpSpPr>
        <p:sp>
          <p:nvSpPr>
            <p:cNvPr id="1277" name="Google Shape;1277;p2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8" name="Google Shape;1278;p2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9" name="Google Shape;1279;p2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29"/>
          <p:cNvSpPr txBox="1"/>
          <p:nvPr>
            <p:ph idx="1" type="subTitle"/>
          </p:nvPr>
        </p:nvSpPr>
        <p:spPr>
          <a:xfrm>
            <a:off x="1157250" y="1609575"/>
            <a:ext cx="4448100" cy="1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IBM Plex Mono"/>
              <a:buNone/>
              <a:defRPr b="1" sz="2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2" name="Google Shape;1282;p29"/>
          <p:cNvSpPr txBox="1"/>
          <p:nvPr>
            <p:ph type="title"/>
          </p:nvPr>
        </p:nvSpPr>
        <p:spPr>
          <a:xfrm>
            <a:off x="1157302" y="494775"/>
            <a:ext cx="5126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83" name="Google Shape;1283;p29"/>
          <p:cNvGrpSpPr/>
          <p:nvPr/>
        </p:nvGrpSpPr>
        <p:grpSpPr>
          <a:xfrm>
            <a:off x="-291585" y="-494819"/>
            <a:ext cx="1448824" cy="2238804"/>
            <a:chOff x="-308635" y="-494819"/>
            <a:chExt cx="1448824" cy="2238804"/>
          </a:xfrm>
        </p:grpSpPr>
        <p:grpSp>
          <p:nvGrpSpPr>
            <p:cNvPr id="1284" name="Google Shape;1284;p29"/>
            <p:cNvGrpSpPr/>
            <p:nvPr/>
          </p:nvGrpSpPr>
          <p:grpSpPr>
            <a:xfrm>
              <a:off x="-275757" y="-242066"/>
              <a:ext cx="981772" cy="1986051"/>
              <a:chOff x="-293545" y="3454371"/>
              <a:chExt cx="981772" cy="1986051"/>
            </a:xfrm>
          </p:grpSpPr>
          <p:sp>
            <p:nvSpPr>
              <p:cNvPr id="1285" name="Google Shape;1285;p29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7" name="Google Shape;1287;p29"/>
            <p:cNvGrpSpPr/>
            <p:nvPr/>
          </p:nvGrpSpPr>
          <p:grpSpPr>
            <a:xfrm>
              <a:off x="364499" y="794648"/>
              <a:ext cx="699940" cy="478601"/>
              <a:chOff x="39722" y="4349021"/>
              <a:chExt cx="1061964" cy="726143"/>
            </a:xfrm>
          </p:grpSpPr>
          <p:grpSp>
            <p:nvGrpSpPr>
              <p:cNvPr id="1288" name="Google Shape;1288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9" name="Google Shape;1289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290" name="Google Shape;1290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91" name="Google Shape;1291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2" name="Google Shape;1292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3" name="Google Shape;1293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4" name="Google Shape;1294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295" name="Google Shape;1295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296" name="Google Shape;1296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7" name="Google Shape;1297;p29"/>
            <p:cNvGrpSpPr/>
            <p:nvPr/>
          </p:nvGrpSpPr>
          <p:grpSpPr>
            <a:xfrm rot="-5400000">
              <a:off x="-460623" y="-342832"/>
              <a:ext cx="1351491" cy="1047516"/>
              <a:chOff x="-2460210" y="2758493"/>
              <a:chExt cx="1351491" cy="1047516"/>
            </a:xfrm>
          </p:grpSpPr>
          <p:sp>
            <p:nvSpPr>
              <p:cNvPr id="1298" name="Google Shape;1298;p29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2" name="Google Shape;1302;p29"/>
            <p:cNvGrpSpPr/>
            <p:nvPr/>
          </p:nvGrpSpPr>
          <p:grpSpPr>
            <a:xfrm>
              <a:off x="440249" y="455173"/>
              <a:ext cx="699940" cy="478601"/>
              <a:chOff x="39722" y="4349021"/>
              <a:chExt cx="1061964" cy="726143"/>
            </a:xfrm>
          </p:grpSpPr>
          <p:grpSp>
            <p:nvGrpSpPr>
              <p:cNvPr id="1303" name="Google Shape;130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04" name="Google Shape;130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05" name="Google Shape;130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6" name="Google Shape;130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7" name="Google Shape;130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8" name="Google Shape;130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09" name="Google Shape;130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0" name="Google Shape;131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11" name="Google Shape;131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12" name="Google Shape;1312;p29"/>
            <p:cNvGrpSpPr/>
            <p:nvPr/>
          </p:nvGrpSpPr>
          <p:grpSpPr>
            <a:xfrm>
              <a:off x="-63826" y="511661"/>
              <a:ext cx="699940" cy="478601"/>
              <a:chOff x="39722" y="4349021"/>
              <a:chExt cx="1061964" cy="726143"/>
            </a:xfrm>
          </p:grpSpPr>
          <p:grpSp>
            <p:nvGrpSpPr>
              <p:cNvPr id="1313" name="Google Shape;1313;p29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314" name="Google Shape;1314;p29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315" name="Google Shape;1315;p29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16" name="Google Shape;1316;p29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7" name="Google Shape;1317;p29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8" name="Google Shape;1318;p29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19" name="Google Shape;1319;p29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320" name="Google Shape;1320;p29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1321" name="Google Shape;1321;p29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22" name="Google Shape;1322;p29"/>
          <p:cNvGrpSpPr/>
          <p:nvPr/>
        </p:nvGrpSpPr>
        <p:grpSpPr>
          <a:xfrm>
            <a:off x="2659712" y="4275400"/>
            <a:ext cx="4952059" cy="2992224"/>
            <a:chOff x="2659712" y="4275400"/>
            <a:chExt cx="4952059" cy="2992224"/>
          </a:xfrm>
        </p:grpSpPr>
        <p:pic>
          <p:nvPicPr>
            <p:cNvPr id="1323" name="Google Shape;1323;p29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10800000">
              <a:off x="2659712" y="4275400"/>
              <a:ext cx="354905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4" name="Google Shape;1324;p29"/>
            <p:cNvGrpSpPr/>
            <p:nvPr/>
          </p:nvGrpSpPr>
          <p:grpSpPr>
            <a:xfrm rot="-5400000">
              <a:off x="3258038" y="4413859"/>
              <a:ext cx="906953" cy="1517787"/>
              <a:chOff x="79748" y="2808602"/>
              <a:chExt cx="906953" cy="1517787"/>
            </a:xfrm>
          </p:grpSpPr>
          <p:sp>
            <p:nvSpPr>
              <p:cNvPr id="1325" name="Google Shape;1325;p29"/>
              <p:cNvSpPr/>
              <p:nvPr/>
            </p:nvSpPr>
            <p:spPr>
              <a:xfrm rot="5400000">
                <a:off x="357831" y="282094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29"/>
              <p:cNvSpPr/>
              <p:nvPr/>
            </p:nvSpPr>
            <p:spPr>
              <a:xfrm rot="5400000">
                <a:off x="537866" y="3393994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29"/>
              <p:cNvSpPr/>
              <p:nvPr/>
            </p:nvSpPr>
            <p:spPr>
              <a:xfrm rot="5400000">
                <a:off x="67406" y="3278257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29"/>
              <p:cNvSpPr/>
              <p:nvPr/>
            </p:nvSpPr>
            <p:spPr>
              <a:xfrm rot="5400000">
                <a:off x="417006" y="375669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9" name="Google Shape;1329;p29"/>
            <p:cNvGrpSpPr/>
            <p:nvPr/>
          </p:nvGrpSpPr>
          <p:grpSpPr>
            <a:xfrm rot="5400000">
              <a:off x="5484569" y="3756062"/>
              <a:ext cx="1421047" cy="2833357"/>
              <a:chOff x="334358" y="2186737"/>
              <a:chExt cx="1421047" cy="2833357"/>
            </a:xfrm>
          </p:grpSpPr>
          <p:sp>
            <p:nvSpPr>
              <p:cNvPr id="1330" name="Google Shape;1330;p29"/>
              <p:cNvSpPr/>
              <p:nvPr/>
            </p:nvSpPr>
            <p:spPr>
              <a:xfrm rot="10800000">
                <a:off x="334358" y="2186737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1" name="Google Shape;1331;p29"/>
              <p:cNvGrpSpPr/>
              <p:nvPr/>
            </p:nvGrpSpPr>
            <p:grpSpPr>
              <a:xfrm rot="5400000">
                <a:off x="1046250" y="3181856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2" name="Google Shape;1332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3" name="Google Shape;1333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4" name="Google Shape;1334;p29"/>
              <p:cNvGrpSpPr/>
              <p:nvPr/>
            </p:nvGrpSpPr>
            <p:grpSpPr>
              <a:xfrm rot="-5400000">
                <a:off x="628029" y="45642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35" name="Google Shape;1335;p29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p29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337" name="Google Shape;1337;p29"/>
          <p:cNvSpPr txBox="1"/>
          <p:nvPr/>
        </p:nvSpPr>
        <p:spPr>
          <a:xfrm>
            <a:off x="1157300" y="3476950"/>
            <a:ext cx="53202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icons, infographics &amp; images by</a:t>
            </a: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8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sz="300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32"/>
          <p:cNvSpPr txBox="1"/>
          <p:nvPr>
            <p:ph idx="1" type="subTitle"/>
          </p:nvPr>
        </p:nvSpPr>
        <p:spPr>
          <a:xfrm>
            <a:off x="1096850" y="3456250"/>
            <a:ext cx="5839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Sampreet Bheemireddy and Vihan Agarwal</a:t>
            </a:r>
            <a:endParaRPr sz="1800"/>
          </a:p>
        </p:txBody>
      </p:sp>
      <p:sp>
        <p:nvSpPr>
          <p:cNvPr id="1425" name="Google Shape;1425;p32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Airbnb Price Predictor Model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426" name="Google Shape;1426;p32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27" name="Google Shape;1427;p32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8" name="Google Shape;1428;p32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29" name="Google Shape;1429;p32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32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31" name="Google Shape;1431;p32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2" name="Google Shape;1432;p32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3" name="Google Shape;1433;p32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4" name="Google Shape;1434;p32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5" name="Google Shape;1435;p32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36" name="Google Shape;1436;p32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7" name="Google Shape;1437;p32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38" name="Google Shape;1438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0" name="Google Shape;1440;p32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1" name="Google Shape;1441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3" name="Google Shape;1443;p32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46" name="Google Shape;1446;p32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 of our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3"/>
          <p:cNvSpPr txBox="1"/>
          <p:nvPr/>
        </p:nvSpPr>
        <p:spPr>
          <a:xfrm>
            <a:off x="222425" y="1306725"/>
            <a:ext cx="4198200" cy="3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 accurate prediction on how much a listing is priced at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both numerical and categorical features to develop this price prediction within certain price ranges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 a platform where users can input the information of their property and get an accurate estimate of listing price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3" name="Google Shape;145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650" y="1432575"/>
            <a:ext cx="4418550" cy="29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34"/>
          <p:cNvSpPr txBox="1"/>
          <p:nvPr/>
        </p:nvSpPr>
        <p:spPr>
          <a:xfrm>
            <a:off x="667275" y="1362325"/>
            <a:ext cx="3531000" cy="3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60" name="Google Shape;1460;p34" title="Screenshot 2025-12-18 at 5.06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9133" y="1184029"/>
            <a:ext cx="6381921" cy="127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34"/>
          <p:cNvSpPr txBox="1"/>
          <p:nvPr/>
        </p:nvSpPr>
        <p:spPr>
          <a:xfrm>
            <a:off x="4420100" y="569950"/>
            <a:ext cx="353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Sample of our dataset (Includes many more features)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2" name="Google Shape;1462;p34"/>
          <p:cNvSpPr txBox="1"/>
          <p:nvPr/>
        </p:nvSpPr>
        <p:spPr>
          <a:xfrm>
            <a:off x="764575" y="2780275"/>
            <a:ext cx="7186500" cy="15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From Inside Airbnb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from all Airbnb listing in New York City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Includes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host info, property features, location, and customer reviews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cleaned the data set to only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include the features we thought were most important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5"/>
          <p:cNvSpPr txBox="1"/>
          <p:nvPr>
            <p:ph type="title"/>
          </p:nvPr>
        </p:nvSpPr>
        <p:spPr>
          <a:xfrm>
            <a:off x="720000" y="278209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1468" name="Google Shape;1468;p35"/>
          <p:cNvSpPr txBox="1"/>
          <p:nvPr/>
        </p:nvSpPr>
        <p:spPr>
          <a:xfrm>
            <a:off x="720000" y="861895"/>
            <a:ext cx="7815300" cy="3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Encoded categorical variables such as borough, property type, neighbourhood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Created engineered features: total capacity, bathroom-per-bedroom ratio, beds-per-bedroom ratio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dataset: 21 features across location, property attributes, and reviews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80/20 train-test split with stratification to maintain class balance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Our price range predictions have 4 ranges based on quartiles: Cheap, Medium, Expensive, and Ultra Expensive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36"/>
          <p:cNvSpPr/>
          <p:nvPr/>
        </p:nvSpPr>
        <p:spPr>
          <a:xfrm>
            <a:off x="2613450" y="1153800"/>
            <a:ext cx="3989700" cy="347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Deep Neural Network (Pytorch)</a:t>
            </a:r>
            <a:endParaRPr b="1" sz="170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5" name="Google Shape;1475;p36" title="Screenshot 2025-12-18 at 4.53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25" y="1702600"/>
            <a:ext cx="5074002" cy="206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652" y="1637275"/>
            <a:ext cx="3542773" cy="2971115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36"/>
          <p:cNvSpPr txBox="1"/>
          <p:nvPr/>
        </p:nvSpPr>
        <p:spPr>
          <a:xfrm>
            <a:off x="403150" y="3795075"/>
            <a:ext cx="4893300" cy="10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 Accuracy: 65.28%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Final Loss after epochs: .7723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 hidden layers, 64 batch size, AdamW optimizer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Forests Model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Poppins"/>
                <a:ea typeface="Poppins"/>
                <a:cs typeface="Poppins"/>
                <a:sym typeface="Poppins"/>
              </a:rPr>
              <a:t>Random Forests</a:t>
            </a:r>
            <a:endParaRPr b="0" sz="14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3" name="Google Shape;1483;p37" title="Screenshot 2025-12-18 at 5.01.1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479" y="1017723"/>
            <a:ext cx="4870396" cy="237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37" title="Screenshot 2025-12-18 at 5.01.4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750" y="1017725"/>
            <a:ext cx="2752974" cy="237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37"/>
          <p:cNvSpPr txBox="1"/>
          <p:nvPr/>
        </p:nvSpPr>
        <p:spPr>
          <a:xfrm>
            <a:off x="319750" y="3391924"/>
            <a:ext cx="7047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200 decision trees with maximum depth of 20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Trained on same preprocessed features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Provided feature importance rankings for interpretability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1" name="Google Shape;1491;p38" title="Screenshot 2025-12-18 at 5.03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75" y="1114525"/>
            <a:ext cx="4953075" cy="28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2" name="Google Shape;1492;p38"/>
          <p:cNvSpPr txBox="1"/>
          <p:nvPr/>
        </p:nvSpPr>
        <p:spPr>
          <a:xfrm>
            <a:off x="5171300" y="931402"/>
            <a:ext cx="3906300" cy="32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51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Random Forest slightly outperformed neural network 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51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Both models evaluated using accuracy, precision, recall, F1-score, and confusion matrices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51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predictive features: review scores, accommodates, bedrooms, borough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5100" lvl="0" marL="1143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Our Chosen Model: Random Forests because of higher accuracy and better fit for our purposes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9"/>
          <p:cNvSpPr txBox="1"/>
          <p:nvPr>
            <p:ph type="title"/>
          </p:nvPr>
        </p:nvSpPr>
        <p:spPr>
          <a:xfrm>
            <a:off x="430950" y="445025"/>
            <a:ext cx="832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Listing Price Range Prediction</a:t>
            </a:r>
            <a:endParaRPr/>
          </a:p>
        </p:txBody>
      </p:sp>
      <p:pic>
        <p:nvPicPr>
          <p:cNvPr id="1498" name="Google Shape;1498;p39" title="Screenshot 2025-12-18 at 5.09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775" y="1115050"/>
            <a:ext cx="4240275" cy="3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39"/>
          <p:cNvSpPr txBox="1"/>
          <p:nvPr/>
        </p:nvSpPr>
        <p:spPr>
          <a:xfrm>
            <a:off x="4517875" y="4531825"/>
            <a:ext cx="462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Our property is in Fresh Meadows, Staten Island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0" name="Google Shape;1500;p39"/>
          <p:cNvSpPr txBox="1"/>
          <p:nvPr/>
        </p:nvSpPr>
        <p:spPr>
          <a:xfrm>
            <a:off x="542150" y="1153800"/>
            <a:ext cx="3767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Predicted Price Range: 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Expensive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Using this information, we believe our property is worth between $154-$279 per night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is quite the large range but we know it is from 50th-74th percentile in terms of value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